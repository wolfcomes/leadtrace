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adTrace：把药物化学论文变成可计算的研发知识" descr="LeadTrace：把药物化学论文变成可计算的研发知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论文保存了结论，却没有保存为什么这样改" descr="论文保存了结论，却没有保存为什么这样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问题不是再训练一个模型，而是建立可信知识生产闭环" descr="问题不是再训练一个模型，而是建立可信知识生产闭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把一次药化判断建模成可验证证据链" descr="把一次药化判断建模成可验证证据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从只读论文到可发布科学知识" descr="从只读论文到可发布科学知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I 提速但没有权力覆盖专家" descr="AI 提速但没有权力覆盖专家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在一个工作区里完成看画连证审" descr="在一个工作区里完成看画连证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可信是每一步都能被复核" descr="可信是每一步都能被复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内网部署的数据不出域架构" descr="内网部署的数据不出域架构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0篇确定性入库，3个工作区验证端到端闭环" descr="20篇确定性入库，3个工作区验证端到端闭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从论文级可信数据走向药化知识网络" descr="从论文级可信数据走向药化知识网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从阅读论文到积累组织研发记忆" descr="从阅读论文到积累组织研发记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LeadTrace：把药物化学论文变成可计算的研发知识</dc:title>
  <dc:subject>面向导师的 LeadTrace 项目介绍</dc:subject>
  <dc:creator>LeadTrace Project</dc:creator>
  <cp:keywords>LeadTrace, medicinal chemistry, lead optimization, human-in-the-loop</cp:keywords>
  <dc:description>Generated from the repository evidence-backed advisor presentation source.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